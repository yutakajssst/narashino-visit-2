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5945f024449d7" /><Relationship Type="http://schemas.openxmlformats.org/officeDocument/2006/relationships/extended-properties" Target="/docProps/app.xml" Id="R6015a3f0df7a42d6" /><Relationship Type="http://schemas.openxmlformats.org/officeDocument/2006/relationships/officeDocument" Target="/ppt/presentation.xml" Id="R4ecd3734d46048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481fd3fa44dbb"/>
  </p:sldMasterIdLst>
  <p:notesMasterIdLst>
    <p:notesMasterId xmlns:r="http://schemas.openxmlformats.org/officeDocument/2006/relationships" r:id="Ref9c6e937dbc471a"/>
  </p:notesMasterIdLst>
  <p:sldIdLst>
    <p:sldId xmlns:r="http://schemas.openxmlformats.org/officeDocument/2006/relationships" id="256" r:id="R25e9fbe55a9e4236"/>
    <p:sldId xmlns:r="http://schemas.openxmlformats.org/officeDocument/2006/relationships" id="257" r:id="Rd309934779ab44bf"/>
    <p:sldId xmlns:r="http://schemas.openxmlformats.org/officeDocument/2006/relationships" id="258" r:id="R18ba06de609d4795"/>
    <p:sldId xmlns:r="http://schemas.openxmlformats.org/officeDocument/2006/relationships" id="259" r:id="R84e82650cf064efa"/>
    <p:sldId xmlns:r="http://schemas.openxmlformats.org/officeDocument/2006/relationships" id="260" r:id="R539210877e824413"/>
    <p:sldId xmlns:r="http://schemas.openxmlformats.org/officeDocument/2006/relationships" id="261" r:id="R65e10122e570486e"/>
    <p:sldId xmlns:r="http://schemas.openxmlformats.org/officeDocument/2006/relationships" id="262" r:id="R9583f6f9093745c1"/>
    <p:sldId xmlns:r="http://schemas.openxmlformats.org/officeDocument/2006/relationships" id="263" r:id="Rf3115a29d74e4b1f"/>
    <p:sldId xmlns:r="http://schemas.openxmlformats.org/officeDocument/2006/relationships" id="264" r:id="R342b6d59965e46a9"/>
    <p:sldId xmlns:r="http://schemas.openxmlformats.org/officeDocument/2006/relationships" id="265" r:id="R3e4ea17893df4849"/>
    <p:sldId xmlns:r="http://schemas.openxmlformats.org/officeDocument/2006/relationships" id="266" r:id="Red658c785c57447b"/>
    <p:sldId xmlns:r="http://schemas.openxmlformats.org/officeDocument/2006/relationships" id="267" r:id="R35b595a8ab6447dc"/>
    <p:sldId xmlns:r="http://schemas.openxmlformats.org/officeDocument/2006/relationships" id="268" r:id="Rd5b15c8f6aea4382"/>
    <p:sldId xmlns:r="http://schemas.openxmlformats.org/officeDocument/2006/relationships" id="269" r:id="Rb0c4d3eb0567403c"/>
    <p:sldId xmlns:r="http://schemas.openxmlformats.org/officeDocument/2006/relationships" id="270" r:id="Rbd320194d30c48e6"/>
    <p:sldId xmlns:r="http://schemas.openxmlformats.org/officeDocument/2006/relationships" id="271" r:id="Ra67d1397250b4f8c"/>
    <p:sldId xmlns:r="http://schemas.openxmlformats.org/officeDocument/2006/relationships" id="272" r:id="Rb1c61ab67a8d45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8b1a8a0184d93" /><Relationship Type="http://schemas.openxmlformats.org/officeDocument/2006/relationships/slideMaster" Target="/ppt/slideMasters/slideMaster1.xml" Id="Rdef481fd3fa44dbb" /><Relationship Type="http://schemas.openxmlformats.org/officeDocument/2006/relationships/notesMaster" Target="/ppt/notesMasters/notesMaster1.xml" Id="Ref9c6e937dbc471a" /><Relationship Type="http://schemas.openxmlformats.org/officeDocument/2006/relationships/presProps" Target="/ppt/presProps.xml" Id="R6080e964c16c474c" /><Relationship Type="http://schemas.openxmlformats.org/officeDocument/2006/relationships/viewProps" Target="/ppt/viewProps.xml" Id="Ra5f6703a39544d90" /><Relationship Type="http://schemas.openxmlformats.org/officeDocument/2006/relationships/tableStyles" Target="/ppt/tableStyles.xml" Id="R0ca69fb04ebb40ba" /><Relationship Type="http://schemas.openxmlformats.org/officeDocument/2006/relationships/slide" Target="/ppt/slides/slide1.xml" Id="R25e9fbe55a9e4236" /><Relationship Type="http://schemas.openxmlformats.org/officeDocument/2006/relationships/slide" Target="/ppt/slides/slide2.xml" Id="Rd309934779ab44bf" /><Relationship Type="http://schemas.openxmlformats.org/officeDocument/2006/relationships/slide" Target="/ppt/slides/slide3.xml" Id="R18ba06de609d4795" /><Relationship Type="http://schemas.openxmlformats.org/officeDocument/2006/relationships/slide" Target="/ppt/slides/slide4.xml" Id="R84e82650cf064efa" /><Relationship Type="http://schemas.openxmlformats.org/officeDocument/2006/relationships/slide" Target="/ppt/slides/slide5.xml" Id="R539210877e824413" /><Relationship Type="http://schemas.openxmlformats.org/officeDocument/2006/relationships/slide" Target="/ppt/slides/slide6.xml" Id="R65e10122e570486e" /><Relationship Type="http://schemas.openxmlformats.org/officeDocument/2006/relationships/slide" Target="/ppt/slides/slide7.xml" Id="R9583f6f9093745c1" /><Relationship Type="http://schemas.openxmlformats.org/officeDocument/2006/relationships/slide" Target="/ppt/slides/slide8.xml" Id="Rf3115a29d74e4b1f" /><Relationship Type="http://schemas.openxmlformats.org/officeDocument/2006/relationships/slide" Target="/ppt/slides/slide9.xml" Id="R342b6d59965e46a9" /><Relationship Type="http://schemas.openxmlformats.org/officeDocument/2006/relationships/slide" Target="/ppt/slides/slide10.xml" Id="R3e4ea17893df4849" /><Relationship Type="http://schemas.openxmlformats.org/officeDocument/2006/relationships/slide" Target="/ppt/slides/slide11.xml" Id="Red658c785c57447b" /><Relationship Type="http://schemas.openxmlformats.org/officeDocument/2006/relationships/slide" Target="/ppt/slides/slide12.xml" Id="R35b595a8ab6447dc" /><Relationship Type="http://schemas.openxmlformats.org/officeDocument/2006/relationships/slide" Target="/ppt/slides/slide13.xml" Id="Rd5b15c8f6aea4382" /><Relationship Type="http://schemas.openxmlformats.org/officeDocument/2006/relationships/slide" Target="/ppt/slides/slide14.xml" Id="Rb0c4d3eb0567403c" /><Relationship Type="http://schemas.openxmlformats.org/officeDocument/2006/relationships/slide" Target="/ppt/slides/slide15.xml" Id="Rbd320194d30c48e6" /><Relationship Type="http://schemas.openxmlformats.org/officeDocument/2006/relationships/slide" Target="/ppt/slides/slide16.xml" Id="Ra67d1397250b4f8c" /><Relationship Type="http://schemas.openxmlformats.org/officeDocument/2006/relationships/slide" Target="/ppt/slides/slide17.xml" Id="Rb1c61ab67a8d45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f31bf3630349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7b7781e74a467b" /><Relationship Type="http://schemas.openxmlformats.org/officeDocument/2006/relationships/notesMaster" Target="/ppt/notesMasters/notesMaster1.xml" Id="Rf8c216703c634c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d3ec04e8484c65" /><Relationship Type="http://schemas.openxmlformats.org/officeDocument/2006/relationships/notesMaster" Target="/ppt/notesMasters/notesMaster1.xml" Id="Ra43367da4e5e42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c8d1e6d82447f6" /><Relationship Type="http://schemas.openxmlformats.org/officeDocument/2006/relationships/notesMaster" Target="/ppt/notesMasters/notesMaster1.xml" Id="R5c0fe015315445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d15604b5324b86" /><Relationship Type="http://schemas.openxmlformats.org/officeDocument/2006/relationships/notesMaster" Target="/ppt/notesMasters/notesMaster1.xml" Id="R0eab1a62bfe04d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ebd69fdd8d4cd6" /><Relationship Type="http://schemas.openxmlformats.org/officeDocument/2006/relationships/notesMaster" Target="/ppt/notesMasters/notesMaster1.xml" Id="R0cf17fa26c8841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60effba484954" /><Relationship Type="http://schemas.openxmlformats.org/officeDocument/2006/relationships/notesMaster" Target="/ppt/notesMasters/notesMaster1.xml" Id="Re96fe236b5344e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2fbdcdfc4d4025" /><Relationship Type="http://schemas.openxmlformats.org/officeDocument/2006/relationships/notesMaster" Target="/ppt/notesMasters/notesMaster1.xml" Id="R94ff0cec37d640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831fa4523b43ac" /><Relationship Type="http://schemas.openxmlformats.org/officeDocument/2006/relationships/notesMaster" Target="/ppt/notesMasters/notesMaster1.xml" Id="R4bdb9d2a85d343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23439b9d2d419d" /><Relationship Type="http://schemas.openxmlformats.org/officeDocument/2006/relationships/notesMaster" Target="/ppt/notesMasters/notesMaster1.xml" Id="R990858a02f0644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c7dbbcedfd4e2f" /><Relationship Type="http://schemas.openxmlformats.org/officeDocument/2006/relationships/notesMaster" Target="/ppt/notesMasters/notesMaster1.xml" Id="Rf554ddb7040b4e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fd8eb4fcc546a9" /><Relationship Type="http://schemas.openxmlformats.org/officeDocument/2006/relationships/notesMaster" Target="/ppt/notesMasters/notesMaster1.xml" Id="Rdbdfbb5e68ea4f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1cfd71d2af48cd" /><Relationship Type="http://schemas.openxmlformats.org/officeDocument/2006/relationships/notesMaster" Target="/ppt/notesMasters/notesMaster1.xml" Id="Rab65f4c1fb2d4e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0b9857b9ec4b94" /><Relationship Type="http://schemas.openxmlformats.org/officeDocument/2006/relationships/notesMaster" Target="/ppt/notesMasters/notesMaster1.xml" Id="R40890c62c61b43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d38a7934c84b33" /><Relationship Type="http://schemas.openxmlformats.org/officeDocument/2006/relationships/notesMaster" Target="/ppt/notesMasters/notesMaster1.xml" Id="Rb5518fe7200b49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b61b0821014108" /><Relationship Type="http://schemas.openxmlformats.org/officeDocument/2006/relationships/notesMaster" Target="/ppt/notesMasters/notesMaster1.xml" Id="R0030f91077f240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88d4c34a4604103" /><Relationship Type="http://schemas.openxmlformats.org/officeDocument/2006/relationships/notesMaster" Target="/ppt/notesMasters/notesMaster1.xml" Id="R98da7b566c994c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3b8ee788f44a99" /><Relationship Type="http://schemas.openxmlformats.org/officeDocument/2006/relationships/notesMaster" Target="/ppt/notesMasters/notesMaster1.xml" Id="R5f80722f0aa74e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日程・参加人数の出典: 添付PDF「（船橋）1006明和県央.pdf」。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地図の元画像: 日本大学理工学部 船橋キャンパス案内図。今回不要な前回校の注記のみAI画像編集で除去。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画像: OpenAIの画像生成機能で作成した、架空の高校生とAIによるゲーム制作のイラスト。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824966aa144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caf62a14348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b14f506e74b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09c6ca9e941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dc1d28133f4a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d2ba2a9c942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ff62be758487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47690da4340c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0561e6b5f40d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2dbe5c35c4ff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9cec4c40442a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FC539B-1E59-4A3C-90C9-C3DF21E93DD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9F106D5-A81E-4C48-A20E-725CB5D2AE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AD6868-EA1E-4336-8EF9-183779E051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3BE930-1BB1-4056-B8F5-06CA172DCF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116314C-82A7-4063-8A4C-2C93AB4E8B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75E884-6AFE-47C4-9291-48420D2285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1E2269-9358-41E8-A70A-025832D41A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727A0C-36F4-40EE-B180-9C46E467D4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536731-FFB2-48C4-A246-1FABE4784C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E677A-7039-4C0B-996B-B78989C9BA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B2397A-7487-43C4-AA21-7E57EE326E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3056123-2E98-4A3F-8718-61C7568726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FAF818-DA1D-48C5-920E-E8A38D986D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ED2970-EFA5-4483-9297-EA5501E4B8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201E08-6DB0-4E22-941F-583B73BD21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FFD440-2CAE-4B3C-840F-C96D4BDB1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13E6FF-6139-42B2-A6AA-B3C8E6F932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4FFC2DB-1224-4C87-BE49-301AA0650C9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5DD944-7D64-44A7-A9B7-D6CB351594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B072C14-48D5-46AE-8CD2-9E32C5F744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A385446-5E60-4DE7-9694-7F8BF64FF8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ADBC52-946F-4B04-9B44-CFC5AF3E23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6E68C5-3B67-4F77-9946-4070CB7EC9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A8CFEA7-B5B8-4C41-A7BA-D40C7A58F18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6DC7200-F20D-4C0D-8C2A-B60821890FC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DD6AC60-8E98-4BB6-89DE-8AF40867829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04E7B11-5063-4C21-93E9-75C34CF8FC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208B2C7-B91E-4163-89C4-248EDCE4A0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60881FC-7251-4D72-9E7C-4C9D6A358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19A965-2949-4205-8BEB-4E8453F57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1DF572-6DB4-4A21-97B8-750F4A9429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ED2BE3E-8A5B-49AC-A476-585E9F9F2C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AADE17C-539D-44AC-AA7A-2884D382FB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AB35A4F-5D4B-4DAB-ACB8-1C7084E1F3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3CFFB9E-A35D-45E9-8471-DA384DFF1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27F3D11-C8A8-4163-B61D-BBD979974D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56BE0E-C3ED-4DFA-AB5D-E7E02B12B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49DCEE2-7C60-41EF-AFB8-A6B913CE57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F5E45E-12AA-4B1A-933B-BFE68FB84D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AB605D5-CD0D-4BBF-BF88-BA72FCB959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BFBE238-4D32-4714-B5DD-14E47B9BA5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9705746-E094-488D-B60E-C2FB20727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5CDFC4-B37E-4CC8-89BB-E3CF79354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945A33F-867C-440E-A2D9-6DCACAF2B8B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DBF9D91-00DF-44F8-B242-11C45B353D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412425-972A-4A1A-B21C-322A37E534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204EA3-BA4F-46B5-9FEB-8066F23BA6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C80BC5-0EC0-4EF5-98C9-7A44562CF7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9674D6-0BC1-4984-B0E2-55481B3DF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5D3102-830F-4889-9B2C-698DA6C945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119EB1-C435-4862-8D6A-6BD30A3DB6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E383CE9-786B-4FC6-BEA7-72A149D2F9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373E7C-BD5B-4778-9397-AE2720C8E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DABC4DE-F260-4302-A1C9-84B24C2E5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3E0CDA-1734-49E0-9429-DF4A6B940C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1D29BE6-9651-4CB4-85AA-77365D3638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78396C-FF85-4E33-B78A-E2C902973D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3E7BDC-6F7B-49D5-99E1-FB36F5A143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a7039490e48f3" /><Relationship Type="http://schemas.openxmlformats.org/officeDocument/2006/relationships/slideLayout" Target="/ppt/slideLayouts/slideLayout1.xml" Id="R72006873668b48f7" /><Relationship Type="http://schemas.openxmlformats.org/officeDocument/2006/relationships/slideLayout" Target="/ppt/slideLayouts/slideLayout2.xml" Id="Rbb68020485bf4673" /><Relationship Type="http://schemas.openxmlformats.org/officeDocument/2006/relationships/slideLayout" Target="/ppt/slideLayouts/slideLayout3.xml" Id="Rac9cc95e8cbf4649" /><Relationship Type="http://schemas.openxmlformats.org/officeDocument/2006/relationships/slideLayout" Target="/ppt/slideLayouts/slideLayout4.xml" Id="Rfdc10047b47c4499" /><Relationship Type="http://schemas.openxmlformats.org/officeDocument/2006/relationships/slideLayout" Target="/ppt/slideLayouts/slideLayout5.xml" Id="R06e5b97659c5473a" /><Relationship Type="http://schemas.openxmlformats.org/officeDocument/2006/relationships/slideLayout" Target="/ppt/slideLayouts/slideLayout6.xml" Id="R150a47af772c4b44" /><Relationship Type="http://schemas.openxmlformats.org/officeDocument/2006/relationships/slideLayout" Target="/ppt/slideLayouts/slideLayout7.xml" Id="Rd000ed2d7a994c3b" /><Relationship Type="http://schemas.openxmlformats.org/officeDocument/2006/relationships/slideLayout" Target="/ppt/slideLayouts/slideLayout8.xml" Id="R7b455244495c49f0" /><Relationship Type="http://schemas.openxmlformats.org/officeDocument/2006/relationships/slideLayout" Target="/ppt/slideLayouts/slideLayout9.xml" Id="R2a54b4e0929e4ca2" /><Relationship Type="http://schemas.openxmlformats.org/officeDocument/2006/relationships/slideLayout" Target="/ppt/slideLayouts/slideLayout10.xml" Id="Re2e69c6133594962" /><Relationship Type="http://schemas.openxmlformats.org/officeDocument/2006/relationships/slideLayout" Target="/ppt/slideLayouts/slideLayout11.xml" Id="Rca720c249fd0456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638E19D-6EC5-4012-8EA3-E37852B1A0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D2B1C95-C8BC-4EFD-85B5-A5F0165018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9365FB-17F2-44FA-BFC5-3349B2836EC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4F29E3-F568-4B5B-A421-3F6A89FF30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E583F8-12E8-4936-8007-B3005D8576D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006873668b48f7"/>
    <p:sldLayoutId xmlns:r="http://schemas.openxmlformats.org/officeDocument/2006/relationships" id="2147483650" r:id="Rbb68020485bf4673"/>
    <p:sldLayoutId xmlns:r="http://schemas.openxmlformats.org/officeDocument/2006/relationships" id="2147483651" r:id="Rac9cc95e8cbf4649"/>
    <p:sldLayoutId xmlns:r="http://schemas.openxmlformats.org/officeDocument/2006/relationships" id="2147483652" r:id="Rfdc10047b47c4499"/>
    <p:sldLayoutId xmlns:r="http://schemas.openxmlformats.org/officeDocument/2006/relationships" id="2147483653" r:id="R06e5b97659c5473a"/>
    <p:sldLayoutId xmlns:r="http://schemas.openxmlformats.org/officeDocument/2006/relationships" id="2147483654" r:id="R150a47af772c4b44"/>
    <p:sldLayoutId xmlns:r="http://schemas.openxmlformats.org/officeDocument/2006/relationships" id="2147483655" r:id="Rd000ed2d7a994c3b"/>
    <p:sldLayoutId xmlns:r="http://schemas.openxmlformats.org/officeDocument/2006/relationships" id="2147483656" r:id="R7b455244495c49f0"/>
    <p:sldLayoutId xmlns:r="http://schemas.openxmlformats.org/officeDocument/2006/relationships" id="2147483657" r:id="R2a54b4e0929e4ca2"/>
    <p:sldLayoutId xmlns:r="http://schemas.openxmlformats.org/officeDocument/2006/relationships" id="2147483658" r:id="Re2e69c6133594962"/>
    <p:sldLayoutId xmlns:r="http://schemas.openxmlformats.org/officeDocument/2006/relationships" id="2147483659" r:id="Rca720c249fd0456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66360f64fe4820" /><Relationship Type="http://schemas.openxmlformats.org/officeDocument/2006/relationships/image" Target="/ppt/media/image.png" Id="R3931993e7e8f4366" /><Relationship Type="http://schemas.openxmlformats.org/officeDocument/2006/relationships/notesSlide" Target="/ppt/notesSlides/notesSlide1.xml" Id="R1729b8bc5c4642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a8bc1017d64711" /><Relationship Type="http://schemas.openxmlformats.org/officeDocument/2006/relationships/image" Target="/ppt/media/image.png" Id="R5cc4714602fd48b1" /><Relationship Type="http://schemas.openxmlformats.org/officeDocument/2006/relationships/image" Target="/ppt/media/image.jpeg" Id="Ra9362abf0ac742c5" /><Relationship Type="http://schemas.openxmlformats.org/officeDocument/2006/relationships/notesSlide" Target="/ppt/notesSlides/notesSlide2.xml" Id="Re9d284c7e08944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9f15b78c674b00" /><Relationship Type="http://schemas.openxmlformats.org/officeDocument/2006/relationships/image" Target="/ppt/media/image.png" Id="R79aa5d1769864743" /><Relationship Type="http://schemas.openxmlformats.org/officeDocument/2006/relationships/image" Target="/ppt/media/image2.png" Id="R978d473b55b241c2" /><Relationship Type="http://schemas.openxmlformats.org/officeDocument/2006/relationships/image" Target="/ppt/media/image3.png" Id="Re139d396b26b442f" /><Relationship Type="http://schemas.openxmlformats.org/officeDocument/2006/relationships/notesSlide" Target="/ppt/notesSlides/notesSlide3.xml" Id="R5d9be42d5daa41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7b4683524645a2" /><Relationship Type="http://schemas.openxmlformats.org/officeDocument/2006/relationships/image" Target="/ppt/media/image.png" Id="Rec815a70df0040a3" /><Relationship Type="http://schemas.openxmlformats.org/officeDocument/2006/relationships/image" Target="/ppt/media/image2.jpeg" Id="R5badec1f13af4db6" /><Relationship Type="http://schemas.openxmlformats.org/officeDocument/2006/relationships/image" Target="/ppt/media/image3.jpeg" Id="R9627eb2ec0ce455f" /><Relationship Type="http://schemas.openxmlformats.org/officeDocument/2006/relationships/image" Target="/ppt/media/image4.jpeg" Id="R42e0add5ea08434b" /><Relationship Type="http://schemas.openxmlformats.org/officeDocument/2006/relationships/notesSlide" Target="/ppt/notesSlides/notesSlide4.xml" Id="R058ecd45b23548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6e67be53784059" /><Relationship Type="http://schemas.openxmlformats.org/officeDocument/2006/relationships/image" Target="/ppt/media/image.png" Id="Raec7ed5077504743" /><Relationship Type="http://schemas.openxmlformats.org/officeDocument/2006/relationships/image" Target="/ppt/media/image4.png" Id="R9fe63dba17d3441f" /><Relationship Type="http://schemas.openxmlformats.org/officeDocument/2006/relationships/notesSlide" Target="/ppt/notesSlides/notesSlide5.xml" Id="R82a9e038a2b142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70c5603a8c4a6f" /><Relationship Type="http://schemas.openxmlformats.org/officeDocument/2006/relationships/image" Target="/ppt/media/image.png" Id="Re0de18471d6e43c3" /><Relationship Type="http://schemas.openxmlformats.org/officeDocument/2006/relationships/notesSlide" Target="/ppt/notesSlides/notesSlide6.xml" Id="Rce573969cbb645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9d76a7394c479b" /><Relationship Type="http://schemas.openxmlformats.org/officeDocument/2006/relationships/image" Target="/ppt/media/image.png" Id="Rf08d0e9ad6904a0f" /><Relationship Type="http://schemas.openxmlformats.org/officeDocument/2006/relationships/notesSlide" Target="/ppt/notesSlides/notesSlide7.xml" Id="R219f9ce1824e45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2024e7e73b41be" /><Relationship Type="http://schemas.openxmlformats.org/officeDocument/2006/relationships/image" Target="/ppt/media/image.png" Id="Re0275a7a25e44f29" /><Relationship Type="http://schemas.openxmlformats.org/officeDocument/2006/relationships/notesSlide" Target="/ppt/notesSlides/notesSlide8.xml" Id="R76e19a0af9cb43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81edbdc5224611" /><Relationship Type="http://schemas.openxmlformats.org/officeDocument/2006/relationships/image" Target="/ppt/media/image.png" Id="R4204dd7a6bd7445b" /><Relationship Type="http://schemas.openxmlformats.org/officeDocument/2006/relationships/notesSlide" Target="/ppt/notesSlides/notesSlide9.xml" Id="R4c9a7e000c4c47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8b94a286104709" /><Relationship Type="http://schemas.openxmlformats.org/officeDocument/2006/relationships/image" Target="/ppt/media/image.png" Id="R8365fe5fe32d4c66" /><Relationship Type="http://schemas.openxmlformats.org/officeDocument/2006/relationships/notesSlide" Target="/ppt/notesSlides/notesSlide10.xml" Id="R76d512e1d3e546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7f547d40544586" /><Relationship Type="http://schemas.openxmlformats.org/officeDocument/2006/relationships/image" Target="/ppt/media/image.png" Id="R01664e999112495a" /><Relationship Type="http://schemas.openxmlformats.org/officeDocument/2006/relationships/notesSlide" Target="/ppt/notesSlides/notesSlide11.xml" Id="R8a976e1bfafe42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9c2e7ed2b64432" /><Relationship Type="http://schemas.openxmlformats.org/officeDocument/2006/relationships/image" Target="/ppt/media/image.png" Id="R4f101e3164ce43e1" /><Relationship Type="http://schemas.openxmlformats.org/officeDocument/2006/relationships/notesSlide" Target="/ppt/notesSlides/notesSlide12.xml" Id="Re4d7e791aea34e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1e354f8618427d" /><Relationship Type="http://schemas.openxmlformats.org/officeDocument/2006/relationships/image" Target="/ppt/media/image.png" Id="R8040ffa15ebe422f" /><Relationship Type="http://schemas.openxmlformats.org/officeDocument/2006/relationships/notesSlide" Target="/ppt/notesSlides/notesSlide13.xml" Id="Rbb19d464504c42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bfca249a4e4c73" /><Relationship Type="http://schemas.openxmlformats.org/officeDocument/2006/relationships/image" Target="/ppt/media/image.png" Id="R9ffa6bc5288f4fb6" /><Relationship Type="http://schemas.openxmlformats.org/officeDocument/2006/relationships/notesSlide" Target="/ppt/notesSlides/notesSlide14.xml" Id="R167b578dfd2342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5261c14ab94664" /><Relationship Type="http://schemas.openxmlformats.org/officeDocument/2006/relationships/image" Target="/ppt/media/image.png" Id="R2ceed041c39b4ca2" /><Relationship Type="http://schemas.openxmlformats.org/officeDocument/2006/relationships/image" Target="/ppt/media/image5.png" Id="Rf4de288853284d4c" /><Relationship Type="http://schemas.openxmlformats.org/officeDocument/2006/relationships/notesSlide" Target="/ppt/notesSlides/notesSlide15.xml" Id="R4d130dace72842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754265f7ba474e" /><Relationship Type="http://schemas.openxmlformats.org/officeDocument/2006/relationships/image" Target="/ppt/media/image.png" Id="R85b27cbd9a7e4628" /><Relationship Type="http://schemas.openxmlformats.org/officeDocument/2006/relationships/notesSlide" Target="/ppt/notesSlides/notesSlide16.xml" Id="R8427268fc0dd4f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c13c0d69dc40da" /><Relationship Type="http://schemas.openxmlformats.org/officeDocument/2006/relationships/image" Target="/ppt/media/image.png" Id="R34ddcd19d6c34863" /><Relationship Type="http://schemas.openxmlformats.org/officeDocument/2006/relationships/image" Target="/ppt/media/image6.png" Id="R75d6ba316e4f478b" /><Relationship Type="http://schemas.openxmlformats.org/officeDocument/2006/relationships/notesSlide" Target="/ppt/notesSlides/notesSlide17.xml" Id="R189a6483afc845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66ADB7-634D-4AEF-9F23-39F21FF6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91377D"/>
              </a:gs>
              <a:gs pos="100000">
                <a:srgbClr val="593FBF"/>
              </a:gs>
            </a:gsLst>
            <a:lin ang="20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4C4DE8-FC77-438C-8627-A2702342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"/>
            <a:ext cx="2697480" cy="8821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3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1993e7e8f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685800"/>
            <a:ext cx="2514600" cy="699247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959821-2D3D-4BC0-943B-29CB30B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965960"/>
            <a:ext cx="55778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977E897-D4D3-4F45-B02C-539EA1B0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8840"/>
            <a:ext cx="10332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spc="40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C r e a t i n g   A   N e w   W o r l d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CEBC3A1-3EF1-41B1-9563-B69578C9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1488"/>
            <a:ext cx="103327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r>
              <a:rPr sz="50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AIと30分で、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50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明和県央のホームページを作る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B254D5-56E2-4285-83FF-E2613EB6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956048"/>
            <a:ext cx="55778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ABDE887-7EF9-4336-968B-AB859780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0368"/>
            <a:ext cx="10332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日本大学理工学部 応用情報工学科　教授　松野 裕</a:t>
            </a:r>
          </a:p>
          <a:p xmlns:a="http://schemas.openxmlformats.org/drawingml/2006/main">
            <a:pPr>
              <a:spcBef>
                <a:spcPts val="800"/>
              </a:spcBef>
              <a:buNone/>
            </a:pPr>
            <a:r>
              <a:rPr sz="13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2026年10月6日　明和県央高等学校 1学年 見学会</a:t>
            </a:r>
          </a:p>
        </p:txBody>
      </p:sp>
    </p:spTree>
    <p:extLst>
      <p:ext uri="{BB962C8B-B14F-4D97-AF65-F5344CB8AC3E}">
        <p14:creationId xmlns:p14="http://schemas.microsoft.com/office/powerpoint/2010/main" val="12789234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E518A9D-0F1D-4644-A99E-5B99A23C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3FA8EDF-ED7B-4D5D-99C6-A022E43B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Profile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D98CB6F-EE50-4163-9477-A5C785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松野 裕（まつの ゆたか）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C20CCBD-1664-4457-AEEF-42A51D36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70ABA25-62BF-471D-883B-294072CB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4714602fd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D0052A6-3CFD-4FBE-86B2-B58EB2FC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EE6288-9883-4FFC-B329-5AE13B5F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585216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90000"/>
              </a:lnSpc>
              <a:spcBef>
                <a:spcPts val="600"/>
              </a:spcBef>
              <a:buNone/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・プログラミング言語</a:t>
            </a:r>
          </a:p>
          <a:p xmlns:a="http://schemas.openxmlformats.org/drawingml/2006/main">
            <a:pPr>
              <a:lnSpc>
                <a:spcPct val="190000"/>
              </a:lnSpc>
              <a:spcBef>
                <a:spcPts val="600"/>
              </a:spcBef>
              <a:buNone/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・ソフトウェア工学</a:t>
            </a:r>
          </a:p>
          <a:p xmlns:a="http://schemas.openxmlformats.org/drawingml/2006/main">
            <a:pPr>
              <a:lnSpc>
                <a:spcPct val="190000"/>
              </a:lnSpc>
              <a:spcBef>
                <a:spcPts val="600"/>
              </a:spcBef>
              <a:buNone/>
            </a:pPr>
            <a:r>
              <a:rPr sz="19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・システムの総合信頼性（Dependability）</a:t>
            </a:r>
          </a:p>
          <a:p xmlns:a="http://schemas.openxmlformats.org/drawingml/2006/main">
            <a:pPr>
              <a:lnSpc>
                <a:spcPct val="170000"/>
              </a:lnSpc>
              <a:spcBef>
                <a:spcPts val="2200"/>
              </a:spcBef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ソフトウェアを、どうやって安心して使えるものにするか</a:t>
            </a:r>
          </a:p>
          <a:p xmlns:a="http://schemas.openxmlformats.org/drawingml/2006/main">
            <a:pPr>
              <a:lnSpc>
                <a:spcPct val="17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それを研究しています</a:t>
            </a:r>
          </a:p>
        </p:txBody>
      </p:sp>
      <p:pic>
        <p:nvPicPr>
          <p:cNvPr id="2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62abf0ac7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52410" y="2194560"/>
            <a:ext cx="2674620" cy="3566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576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684E2E-2BEB-4C85-915D-B4779FFA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5D152AC-A6BF-4D32-AE15-BCC67A14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Campus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390E75-9BC2-4FA9-9656-CCBC987E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今日の会場は、船橋キャンパスです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8DFBCE1-C5C5-48FC-ACD4-F796E7DA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418581B-6194-4882-946D-136399E9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14号館でミニ講義。2号館が応用情報工学科の研究・教育の拠点です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99CCC86-A702-4E33-90B5-DF8D8EE5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a5d1769864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A02EA60-0508-4CBD-A37F-B87E6C10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pic>
        <p:nvPicPr>
          <p:cNvPr id="2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d473b55b241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8360" y="548640"/>
            <a:ext cx="1737360" cy="438324"/>
          </a:xfrm>
          <a:prstGeom xmlns:a="http://schemas.openxmlformats.org/drawingml/2006/main" prst="rect">
            <a:avLst/>
          </a:prstGeom>
        </p:spPr>
      </p:pic>
      <p:pic>
        <p:nvPicPr>
          <p:cNvPr id="2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9d396b26b44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248850" y="2468880"/>
            <a:ext cx="5663820" cy="37947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676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D20010-EB3B-442E-B3EC-55ACA94C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BDC686-D73C-44E2-B727-378D6029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About Us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D2AA671-4A61-4D21-978A-74C5CE82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AIとIoTを組み合わせたソフトウェアものづくりを学ぶ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7EC1F3-0323-4A4E-BF37-A8527A2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5B460AE-7987-446D-B43B-846FC135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応用情報工学科では、3つの分野を学びます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A0C3C06-AA87-4C1A-BC3C-673D0926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15a70df0040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45E62C8-E806-49EC-813D-F3EDDE3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D836DC4-E43D-4A96-80E7-9D08663E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0320"/>
            <a:ext cx="3419856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dec1f13af4d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560320"/>
            <a:ext cx="3419856" cy="1920240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3B02B91-6F97-4232-B721-626F712A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508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CCDF56A-86BC-42EC-B6E8-D5CB8562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45152"/>
            <a:ext cx="29626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情報処理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EBB3926-E539-4D13-87AB-12E8A529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38928"/>
            <a:ext cx="296265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データを分析して、価値のある情報をつくる。AIもこの分野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70AEA57-341F-46B4-A478-A25D6369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2560320"/>
            <a:ext cx="3419856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3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7eb2ec0ce45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79976" y="2560320"/>
            <a:ext cx="3419856" cy="192024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64029BC-DD05-4CC3-9129-0EDF2748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4480560"/>
            <a:ext cx="508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191E2CF-C9D6-4DE7-87EB-981012D9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645152"/>
            <a:ext cx="29626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ネットワークシステム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C37391B-42E5-4AB1-BF8F-A1BBE129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5138928"/>
            <a:ext cx="296265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モノやサービスをつなぎ、情報を安全・確実に届ける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1FE9F1-1E22-44A7-ADDD-1E3ADEDB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2560320"/>
            <a:ext cx="3419856" cy="3474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0add5ea0843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74152" y="2560320"/>
            <a:ext cx="3419856" cy="1920240"/>
          </a:xfrm>
          <a:prstGeom xmlns:a="http://schemas.openxmlformats.org/drawingml/2006/main" prst="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CF2AFC6-7DF1-429F-B182-D28F243A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4480560"/>
            <a:ext cx="5080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55EB479-E387-47B7-B93E-E118E964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645152"/>
            <a:ext cx="29626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組込みシステム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D4105FB-34AC-4F36-810E-93A28BB9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5138928"/>
            <a:ext cx="2962656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家電や機械の中で動くソフトウェアをつくる</a:t>
            </a:r>
          </a:p>
        </p:txBody>
      </p:sp>
    </p:spTree>
    <p:extLst>
      <p:ext uri="{BB962C8B-B14F-4D97-AF65-F5344CB8AC3E}">
        <p14:creationId xmlns:p14="http://schemas.microsoft.com/office/powerpoint/2010/main" val="14604468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312C0F-ECCC-4FB6-9AEF-6400ECE7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A9C606E-9419-402E-BD4D-275D92A6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Live Creation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1430804-A66F-4931-9298-C8B1BF97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このあと、みなさんとゲームを作ります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6CBA6D-6E5A-41D1-85F5-4A16B1F6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B9DFF72-EE79-4F9C-98DD-C0533FBC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学校のいいところ、色、敵の名前。みなさんの言葉を、その場でAIに伝えます。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F49EA0E-4DC0-4437-BCB4-E3F2B4B8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7ed50775047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D33E1E9-50E3-4DB5-A248-0A9852A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pic>
        <p:nvPicPr>
          <p:cNvPr id="22" name="nichinara_work.mp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63dba17d344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081528" y="2615184"/>
            <a:ext cx="6035040" cy="3008376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F1D4322-AF70-4C62-AF71-ED972C7A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9008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言葉を伝えると、AIがサイトとゲームを書き換えます。</a:t>
            </a:r>
          </a:p>
        </p:txBody>
      </p:sp>
    </p:spTree>
    <p:extLst>
      <p:ext uri="{BB962C8B-B14F-4D97-AF65-F5344CB8AC3E}">
        <p14:creationId xmlns:p14="http://schemas.microsoft.com/office/powerpoint/2010/main" val="7720717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35B7EF7-5E71-401D-B9EB-4D2CEE0B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52D407E-CEDA-49E1-964D-856A7F2E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Today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BBA919F-EC6C-453D-BAD3-34F0C4F2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30分で、明和県央のホームページを作ります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F551BB2-CCFB-46DB-94B5-F526BBFB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4C85EF1-A392-4421-8B64-CB33FA26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e18471d6e43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D4FC448-A7A7-4E81-B46C-8F89279A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9202647-65C2-4BAF-A80F-DB22F792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935" y="2514600"/>
            <a:ext cx="26060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C7BD53D-7DC0-4C21-9890-89B93CA0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935" y="2514600"/>
            <a:ext cx="260604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421F3ED-11B3-459C-9D8A-71C4A0D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255" y="283464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FE91F38-CEC5-468C-9140-7F5F7D3F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255" y="361188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見せる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6883D14-D592-4C94-BDC5-357AE59C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255" y="4251960"/>
            <a:ext cx="2057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AIが準備したサイトを見る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93746F5-1818-4AB5-842C-6FDE8169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575" y="2514600"/>
            <a:ext cx="26060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6DD6C03-6EBB-4970-8075-CEA04E39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4575" y="2514600"/>
            <a:ext cx="260604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4199E71-7501-4B39-A1C9-AE82267B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895" y="283464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5281A86-2144-41B9-9EDF-7EFF683F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895" y="361188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聞く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FBF56FC-1CC8-4B46-A9C5-2A45CDE3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895" y="4251960"/>
            <a:ext cx="2057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みなさんに、明和県央のいいところを聞く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8E429CA-E1F8-4568-85D8-144F4A85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215" y="2514600"/>
            <a:ext cx="260604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EF5A821-F21B-47A8-A3AC-104EF5D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215" y="2514600"/>
            <a:ext cx="260604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2FA1728-DA6C-4664-BB2D-703D897E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535" y="283464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EFD74E2-774E-464F-AEC0-0329C65A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535" y="3611880"/>
            <a:ext cx="2057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書き換える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F3C4CB8-DC35-4A72-8B22-BDD7C695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535" y="4251960"/>
            <a:ext cx="2057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聞いたことを、その場でAIに反映させる</a:t>
            </a:r>
          </a:p>
        </p:txBody>
      </p:sp>
    </p:spTree>
    <p:extLst>
      <p:ext uri="{BB962C8B-B14F-4D97-AF65-F5344CB8AC3E}">
        <p14:creationId xmlns:p14="http://schemas.microsoft.com/office/powerpoint/2010/main" val="7265916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272C0E-2737-4F3A-8BE8-E93FE17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91377D"/>
              </a:gs>
              <a:gs pos="100000">
                <a:srgbClr val="593FBF"/>
              </a:gs>
            </a:gsLst>
            <a:lin ang="20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A73F57B-1F20-46CE-AB79-0E06127C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6596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Your Turn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F1EA35-EB8C-4758-8785-C8C9088A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102412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4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みなさんに聞きます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3DF839-F23D-4080-96A2-1132D41B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d0e9ad6904a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59CC2C-BA14-4025-9B72-23E28132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9FEFEEA-A4AD-48FC-87DC-67EA69C7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0058400" cy="1795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明和県央のいいところは？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給食で好きなメニューは？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学校らしい色は何色？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9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　ゲームをどうしたい？</a:t>
            </a:r>
          </a:p>
        </p:txBody>
      </p:sp>
    </p:spTree>
    <p:extLst>
      <p:ext uri="{BB962C8B-B14F-4D97-AF65-F5344CB8AC3E}">
        <p14:creationId xmlns:p14="http://schemas.microsoft.com/office/powerpoint/2010/main" val="912934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6512514-463A-4390-9928-B21B4B40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CDD0A2F-DC7F-40D9-B1DC-A52CB377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Behind the Scenes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61E035-916E-410C-BE26-1A0EF051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いま、AIは何をしているのか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CF0A633-6772-421E-BF3F-81DD4D88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6147CB7-82A2-40C3-A825-EA156DB7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75a7a25e44f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BDC4F35-E53E-4CDE-94BD-BF918ABA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8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241A6BD-2ACA-4464-9241-50897093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31546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BEC784-A581-4FF3-B0F5-265ABBA8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50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312D0B3-067B-4898-B853-0EBA6A5F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5468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みなさんの言葉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0AFA11F-8178-4D74-B760-ED08BEF5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77639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「C-HALLがいい」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「部活が楽しい」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2765041-4B5D-498B-877E-BA5E57F9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703320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30E6A52-0ADC-440E-B562-374458E2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31546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402CA9E-1727-47C5-B6DC-4ED3930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50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050E411-BF9F-47CD-A0F2-E2C7DA79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15468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AIがデータを書き換える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3F57CC7-E881-40C5-950B-08102BB4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977639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文章・色・ゲームの設定を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まとめて直す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FB7D94A-144C-4421-AA4E-94075579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703320"/>
            <a:ext cx="731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43A776D-8097-4E84-A10A-8BAE8E93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43200"/>
            <a:ext cx="315468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3D1194B-457F-4485-BF95-E682C6DB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43200"/>
            <a:ext cx="508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27A66CB-E45A-40B8-B8EF-3F528E50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154680"/>
            <a:ext cx="2514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1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サイトが変わる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CAD9853-5FD7-4DAF-BB4A-B923B2C7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977639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読み込み直すと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見た目が変わる</a:t>
            </a:r>
          </a:p>
        </p:txBody>
      </p:sp>
    </p:spTree>
    <p:extLst>
      <p:ext uri="{BB962C8B-B14F-4D97-AF65-F5344CB8AC3E}">
        <p14:creationId xmlns:p14="http://schemas.microsoft.com/office/powerpoint/2010/main" val="2874433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799569-72CA-4C29-96C2-F473B9F7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9695A0E-CAC1-4694-A750-6834670E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How to Ask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2385EFC-AFF8-4D0B-8F42-B47E6191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AIには、こう頼みます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0809514-737B-4C6F-B364-39AF536E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29B38B-BB87-4E99-81DE-362C6DFE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これは例です。今日みなさんから聞いた言葉で、この中身が決まります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AA75D6E-08F2-40D6-B103-633FC016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4dd7a6bd744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416FB36-4C13-481D-9D44-EABCB30D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9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662297D-0909-4836-8D35-7A04EF5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6040"/>
            <a:ext cx="6675120" cy="3291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3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06E17E4-3CAB-4358-AD51-23F02BC3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07792"/>
            <a:ext cx="62179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明和県央高校の1年生に聞いた内容を、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サイトに反映してください。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　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・魅力の3つを「C-HALL」「部活」「広い校地」にする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・生徒の声を、次の3つの言葉に差し替える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・テーマの色を青系にする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・敵の名前を「小テスト」「寝坊」にする</a:t>
            </a:r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400" b="0">
                <a:solidFill>
                  <a:srgbClr val="E8E3EE"/>
                </a:solidFill>
                <a:latin typeface="Hiragino Kaku Gothic ProN"/>
                <a:ea typeface="Hiragino Kaku Gothic ProN"/>
                <a:cs typeface="Hiragino Kaku Gothic ProN"/>
              </a:rPr>
              <a:t>・ゲームにジャンプ台をもう1つ足す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5D8B964-481C-4791-BDB8-E61F724F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4640"/>
            <a:ext cx="3749039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聞いた言葉を、そのまま渡す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00"/>
              </a:spcBef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「いい感じにして」では伝わらない</a:t>
            </a:r>
          </a:p>
          <a:p xmlns:a="http://schemas.openxmlformats.org/drawingml/2006/main">
            <a:pPr>
              <a:spcBef>
                <a:spcPts val="2600"/>
              </a:spcBef>
              <a:buNone/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どこを変えるか、名指しする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00"/>
              </a:spcBef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変えてほしい場所をはっきり言う</a:t>
            </a:r>
          </a:p>
          <a:p xmlns:a="http://schemas.openxmlformats.org/drawingml/2006/main">
            <a:pPr>
              <a:spcBef>
                <a:spcPts val="2600"/>
              </a:spcBef>
              <a:buNone/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出てきたものを見て、言い直す</a:t>
            </a:r>
          </a:p>
          <a:p xmlns:a="http://schemas.openxmlformats.org/drawingml/2006/main">
            <a:pPr>
              <a:lnSpc>
                <a:spcPct val="150000"/>
              </a:lnSpc>
              <a:spcBef>
                <a:spcPts val="400"/>
              </a:spcBef>
              <a:buNone/>
            </a:pPr>
            <a:r>
              <a:rPr sz="13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一度で決まらない。それがふつう</a:t>
            </a:r>
          </a:p>
        </p:txBody>
      </p:sp>
    </p:spTree>
    <p:extLst>
      <p:ext uri="{BB962C8B-B14F-4D97-AF65-F5344CB8AC3E}">
        <p14:creationId xmlns:p14="http://schemas.microsoft.com/office/powerpoint/2010/main" val="3637196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67C091-1ECF-4534-92E8-B69663B0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91377D"/>
              </a:gs>
              <a:gs pos="100000">
                <a:srgbClr val="593FBF"/>
              </a:gs>
            </a:gsLst>
            <a:lin ang="20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9D2F3F-2EDF-423B-A825-AD03F03E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6596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Why It Matters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C19B632-895E-4689-AA53-41F828AC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102412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4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AIと対話できる人が、必要になる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E6CA5A-0BC7-4D65-B3D4-5E10FDF2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63440"/>
            <a:ext cx="9601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うまく頼む。出てきたものを確かめる。ちがえば、ちがうと言って直させる。この往復ができる人です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38F47E7-A00B-41AE-82AA-849C2CA6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5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5fe5fe32d4c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BAF9854-FBBB-4339-A90D-0668D82E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99636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8E2632-6BB9-4F35-9787-867020A4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C5A4B7C-BD73-4D53-B480-210828C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Dialogue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3CCC1CD-40DE-4B2C-97BC-B2B272E4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このミニ講義も、AIとの対話で作りました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07D39A5-39E1-4F39-9444-BB4BE742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F9512A-7602-4867-AD79-806BA446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サイトを作ったときの記録（Gitの履歴）から、実際の指示を見てみます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9CBBE01-F65B-4706-8855-237C9933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8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64e99911249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3FBC17-3A85-462A-BF96-333242B7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2C8CC19-30E0-4F34-ACDB-7E9D480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860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D168DA7-D0ED-4123-99B7-CB8C28EC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2374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12:36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ED32B7-4E27-405E-A845-776871B4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52374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「30分ずつ、2回。リポジトリを分けて作って」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29831AA-F138-45BE-B5F1-0ADEABA8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2374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62544B0-CF47-4320-92FF-62CF3EF9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2374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学校紹介サイトの下地ができた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0A67D18-9793-4DC7-B4A4-1AE9DB85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724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2464A8E-47E0-465E-B4BE-1594FD91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07238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13:00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58CF512-248A-4760-B9BF-8A2CC9E0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07238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「いかにもAIが作ったサイト。作り直して」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371152C-887D-42BA-A8D3-C8B05037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7238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087EAC4-2B8F-4906-9787-FF59F9B3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7238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デザインを全部組み直した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C54E9E2-985B-4762-BEEA-AE387D57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588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1751447-09A7-4B7F-8D35-8247EF99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2102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13:32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9FEE166-11A5-4E0D-81B5-CBA3076A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2102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「ゲームが単調。もっと本格的に」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A8FE4FB-0BCE-4774-B0EC-9C11DD2E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62102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79A6994-E1BF-43D3-884C-AAAB652F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2102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3ステージのアクションゲームになった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799A6B9-CF94-4FF8-A7FE-B286C48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AD7002D-80DC-4AFB-81F6-32261DF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16966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13:45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71CCA6F-E7D7-4F72-AB3C-5D5DDFA8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16966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</a:t>
            </a: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ゲームが動かない。直して</a:t>
            </a: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」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B94D72B-7E68-4B9F-99EC-4E3CB4F6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6966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B5D6CAA-DE0E-41FD-8F34-071CDA84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6966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バグを見つけて直した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6663583-9C0D-4583-A8CC-8D4EADB2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316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5D6BF92-4045-4669-BBF9-0B58D74C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1830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14:13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3670654-C37B-4614-933E-8B3825CA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71830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「スライドを作って」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C82C60B-1D58-40E2-A4EE-C13A4C2A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1830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D3C5CBC-9D51-459C-A5B2-7B66C1C6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1830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この17枚ができた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CDC6DE0C-CAC0-4112-A2F1-755C2873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1808"/>
            <a:ext cx="381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415D105-BB11-481B-A31E-8034E62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266944"/>
            <a:ext cx="868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いま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1D54C409-2B51-4A32-839D-F29B9C4E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266944"/>
            <a:ext cx="51206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「4枚目の丸が変」「この説明は分からない」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41004ED-8F4D-4310-A448-2B41973E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266944"/>
            <a:ext cx="4572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▶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52E002E-A462-4B9B-8FBF-8294FD8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66944"/>
            <a:ext cx="374903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その指摘で、今このページを直した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1877725D-DB53-453D-A60A-A63E26B6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8152"/>
            <a:ext cx="10789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うまくいかない、と言い続けたのは人間です。AIは言われるまで気づきませんでした</a:t>
            </a:r>
          </a:p>
        </p:txBody>
      </p:sp>
    </p:spTree>
    <p:extLst>
      <p:ext uri="{BB962C8B-B14F-4D97-AF65-F5344CB8AC3E}">
        <p14:creationId xmlns:p14="http://schemas.microsoft.com/office/powerpoint/2010/main" val="7652028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6DF7945-5821-45D6-A7E3-57557C95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DBEEFD-4088-4724-A886-D74B91F9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Your Future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1473AA1-0112-492A-ADA1-23ACCCBF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3年後、みなさんは大学生。7年後、働いています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96A2C81-AF77-4E62-A0A8-07DF2089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7290BE-33C8-4E2C-80E5-A532395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01e3164ce43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211D15D-8AC4-4797-AD83-ECB2F677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A505921-D8EF-4F34-AB99-E6A1B46B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66160"/>
            <a:ext cx="9601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D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8B85A68-2530-4DA4-956E-B258D2FA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4015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AC65E6C-3E9A-426D-B4F3-F05B2644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974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2026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DE1E5B-0C6E-43B9-BA05-0B3F6334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88620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今日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高校1年生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20925FC9-CBB1-4673-B0A3-5D57F55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015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04CBAFA-EB23-4786-8F5E-1802C7A3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974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2029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3C4FD52-19C4-4149-B061-A59EA7A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88620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3年後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大学に入る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0CD4A8C1-F80F-4A64-89BA-D63B84FB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401568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3469DAD-C992-490B-BBB6-901632F0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697480"/>
            <a:ext cx="23774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 spc="1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2033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FE3FB5F-6F15-4045-9481-2F8A1BF9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86200"/>
            <a:ext cx="23774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7年後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7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就職、または大学院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1A43527-C995-474C-9035-BE8CAFB2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9240"/>
            <a:ext cx="10789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そのころAIが何をできるようになっているか、私にも分かりません</a:t>
            </a:r>
          </a:p>
        </p:txBody>
      </p:sp>
    </p:spTree>
    <p:extLst>
      <p:ext uri="{BB962C8B-B14F-4D97-AF65-F5344CB8AC3E}">
        <p14:creationId xmlns:p14="http://schemas.microsoft.com/office/powerpoint/2010/main" val="5626797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A6F4BF-8825-47D1-AFDF-77943EF6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8082F9-F516-4576-8C65-63D2F685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How Fast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D99E95D-4BEF-48DC-A539-B702D9BF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半年かかったゲームが、いまは数十分です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7537CCB-9940-4EF0-A628-1DCDA32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2347C2-2473-460A-8644-008BD6E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0ffa15ebe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AC3A8D-F936-45DB-88E8-051D43D4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13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FF85B6-87D8-4D25-BFEA-B2D4A034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1760"/>
            <a:ext cx="3502152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20F726-D97F-4D9C-BF56-462F8F86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07792"/>
            <a:ext cx="28620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以前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3CC1FF7-83CA-44F7-A460-745088E2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64992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ゲーム制作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91E80CE-6C8C-4A06-81CF-50FD5139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24528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3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Unityの使い方を覚えるところから始めて、半年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2F7261D-3445-44F7-81A3-DD527142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651760"/>
            <a:ext cx="3502152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537FACA-E88A-4357-87D7-63E6326F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07792"/>
            <a:ext cx="28620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2022年11月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5DF7D0F-6516-4299-936E-F3674CAD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64992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ChatGPTが公開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B5F0610-D2D7-4DF5-BCE0-82039B98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24528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3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そのころは、文章を書くのが中心だった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859A5FE-B291-4C7D-8DC3-C47C17E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3502152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31F2688-3D45-4AD5-BECB-2B73D463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907792"/>
            <a:ext cx="286207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2026年10月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8565EC0-C947-464A-9682-6591A97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364992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今日、この30分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3D8A66D-6725-401D-8762-6BFCF67C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224528"/>
            <a:ext cx="286207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</a:pPr>
            <a:r>
              <a:rPr sz="13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話を聞いて、サイトを作って、公開できる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57E1B07-5BFD-4CD4-911D-41191216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0680"/>
            <a:ext cx="10789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同じくらいのものなら、いまはAIと話しながら数十分でできてしまいます</a:t>
            </a:r>
          </a:p>
          <a:p xmlns:a="http://schemas.openxmlformats.org/drawingml/2006/main">
            <a:pPr>
              <a:spcBef>
                <a:spcPts val="600"/>
              </a:spcBef>
              <a:buNone/>
            </a:pPr>
            <a:r>
              <a:rPr sz="18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次の3年で何が起きるかは、誰にも分かりません。だから、いまのAIを自分で触ってみることです</a:t>
            </a:r>
          </a:p>
        </p:txBody>
      </p:sp>
    </p:spTree>
    <p:extLst>
      <p:ext uri="{BB962C8B-B14F-4D97-AF65-F5344CB8AC3E}">
        <p14:creationId xmlns:p14="http://schemas.microsoft.com/office/powerpoint/2010/main" val="18598555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101DE2-8496-4CAF-85DA-DE739364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6744F8E-2336-4EC3-AE67-DC2D3E7E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AI and You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335A065-1961-41B2-B01B-472179D2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今日、AIがやったこと。人間がやったこと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BBB56EB-2C51-4E2B-B583-5C45EE4D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25AF0EC-2A6D-4C45-B01C-9833093E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a6bc5288f4f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00B13DC-BF15-4B99-B346-927E60C8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14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718966B-28B3-418A-AFE2-E8BDF7AE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6040"/>
            <a:ext cx="516636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816784E-240F-422B-B732-AC3AD736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8036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spc="20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AI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2F0B875-A544-4F9C-9FEC-26FC4B60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66160"/>
            <a:ext cx="44805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8000"/>
              </a:lnSpc>
              <a:buNone/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・文章を書いた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・色を決めた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・コードを書いた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333333"/>
                </a:solidFill>
                <a:latin typeface="Hiragino Kaku Gothic ProN"/>
                <a:ea typeface="Hiragino Kaku Gothic ProN"/>
                <a:cs typeface="Hiragino Kaku Gothic ProN"/>
              </a:rPr>
              <a:t>・ゲームのステージを作った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81339C5-8734-46FB-97C9-A0C11C87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606040"/>
            <a:ext cx="5166360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2DC043B-4C9C-42AD-8515-394D36B6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80360"/>
            <a:ext cx="4480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人間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61D0160-5756-4426-B980-26871CCB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66160"/>
            <a:ext cx="448056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8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・何を作るか決めた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・みなさんに聞いた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・本当かどうか確かめた</a:t>
            </a:r>
          </a:p>
          <a:p xmlns:a="http://schemas.openxmlformats.org/drawingml/2006/main">
            <a:pPr>
              <a:lnSpc>
                <a:spcPct val="178000"/>
              </a:lnSpc>
              <a:buNone/>
            </a:pPr>
            <a:r>
              <a:rPr sz="16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・ちがうと言って直させた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57D3ADF-DFE9-45DC-8A61-FD12EDDC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AIは明和県央のことを何も知りませんでした。知っているのは、みなさんだけです</a:t>
            </a:r>
          </a:p>
        </p:txBody>
      </p:sp>
    </p:spTree>
    <p:extLst>
      <p:ext uri="{BB962C8B-B14F-4D97-AF65-F5344CB8AC3E}">
        <p14:creationId xmlns:p14="http://schemas.microsoft.com/office/powerpoint/2010/main" val="15740219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9D05A6-980B-4D80-85B8-B61CF1C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8793A6-242A-48C6-BDFC-3E3F36B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Check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03704E3-4EB9-403C-BFD3-5B01D65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AIも間違えます。確かめるのは人間です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189BAF6-DDCF-4018-A0F2-D344BB91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8001DA-197C-4DF2-80F9-95A1260C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AIが作ったジャンプ台。押した長さでジャンプを低くする処理が、ジャンプ台の勢いまで消していました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64D983A-2153-4E9D-BDDC-828ACAE0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ed041c39b4c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D91CF98-38A6-4651-A297-B402E086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15</a:t>
            </a:r>
          </a:p>
        </p:txBody>
      </p:sp>
      <p:pic>
        <p:nvPicPr>
          <p:cNvPr id="2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e288853284d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2786" y="2651760"/>
            <a:ext cx="9615948" cy="310896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ED45FF0-A82C-4FB9-8500-7839CF72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91377D"/>
                </a:solidFill>
                <a:latin typeface="Hiragino Kaku Gothic ProN"/>
                <a:ea typeface="Hiragino Kaku Gothic ProN"/>
                <a:cs typeface="Hiragino Kaku Gothic ProN"/>
              </a:rPr>
              <a:t>私が動かして気づき、AIに修正を頼みました。確かめて直す。その中身を学ぶのが情報系の学科です</a:t>
            </a:r>
          </a:p>
        </p:txBody>
      </p:sp>
    </p:spTree>
    <p:extLst>
      <p:ext uri="{BB962C8B-B14F-4D97-AF65-F5344CB8AC3E}">
        <p14:creationId xmlns:p14="http://schemas.microsoft.com/office/powerpoint/2010/main" val="16914280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60B469-E497-458C-9FAF-F10268C4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91377D"/>
              </a:gs>
              <a:gs pos="100000">
                <a:srgbClr val="593FBF"/>
              </a:gs>
            </a:gsLst>
            <a:lin ang="204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CB8BE64-D4CC-4C94-9743-E22BCBC1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960120"/>
            <a:ext cx="10241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spc="32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Summary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ED01125-1D5E-4869-A662-59455EA7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63040"/>
            <a:ext cx="10241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今日、持って帰ってほしいこと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9711AFF-95F3-4F7A-BABB-D15A6E79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C97C1D-07D1-4472-9795-57F68571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2560320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いまのAIを、自分で触ってみる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17F6D61-F870-4348-993D-52431BE3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081528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どこまでできて、どこができないかは、触らないと分からない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BA1EAD9-C98C-4851-A3C4-44A1ECCA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76472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B0BE1B5-334D-4B44-AAD1-252BB540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730752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何を作るか決めるのは、人間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4DB045-43C5-44E7-A891-0B3319BB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25196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AIは明和県央を知らない。決めて、聞いて、確かめるのはみなさん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332D299-3424-4593-BC6C-0A17CE29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46904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 spc="200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0998EA-B5C6-4244-BB7A-8360776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901184"/>
            <a:ext cx="9144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600" b="1">
                <a:solidFill>
                  <a:srgbClr val="FFFFFF"/>
                </a:solidFill>
                <a:latin typeface="Hiragino Mincho ProN"/>
                <a:ea typeface="Hiragino Mincho ProN"/>
                <a:cs typeface="Hiragino Mincho ProN"/>
              </a:rPr>
              <a:t>AIと対話できる人になる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B554F40-5349-4B46-B35F-85E3AE0D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422392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うまく頼み、確かめ、直させる。その中身を学ぶのが応用情報工学科です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5A1280-8C6F-4DD7-8885-5A293612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1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27cbd9a7e46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E511CF-C3A6-46EF-BC80-F1C82DE3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915503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30AB0E-EED7-4786-AD35-E0F66A57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FF13D73-7581-455D-B35A-14F98532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488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spc="320">
                <a:solidFill>
                  <a:srgbClr val="91377D"/>
                </a:solidFill>
                <a:latin typeface="Hiragino Mincho ProN"/>
                <a:ea typeface="Hiragino Mincho ProN"/>
                <a:cs typeface="Hiragino Mincho ProN"/>
              </a:rPr>
              <a:t>Your Site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6EED6E-E37E-4CC3-9D34-C847D0FD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0120"/>
            <a:ext cx="107899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3400" b="1">
                <a:solidFill>
                  <a:srgbClr val="333333"/>
                </a:solidFill>
                <a:latin typeface="Hiragino Mincho ProN"/>
                <a:ea typeface="Hiragino Mincho ProN"/>
                <a:cs typeface="Hiragino Mincho ProN"/>
              </a:rPr>
              <a:t>今日つくったサイトは、ここにあります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F13A14B-F1F1-4D64-BBFF-0A72B1CD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10058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377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BF7F28-DC2E-40F4-8A93-73C57F6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1"/>
            <a:ext cx="10789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A班（14:00）のみなさんへ　放課後でも、家でも開けます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DB6955D-EB9A-447F-AC45-CAD96575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81344"/>
            <a:ext cx="1389888" cy="518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dcd19d6c348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6272784"/>
            <a:ext cx="1207008" cy="335638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719CAEF-E9E3-46E3-BA24-1E707FC1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6355080"/>
            <a:ext cx="731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17</a:t>
            </a:r>
          </a:p>
        </p:txBody>
      </p:sp>
      <p:pic>
        <p:nvPicPr>
          <p:cNvPr id="2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6ba316e4f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4440" y="2606040"/>
            <a:ext cx="3017520" cy="301752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8AC116A-F007-4206-8D7E-B5C66D78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46120"/>
            <a:ext cx="6766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1">
                <a:solidFill>
                  <a:srgbClr val="91377D"/>
                </a:solidFill>
                <a:latin typeface="Menlo"/>
                <a:ea typeface="Menlo"/>
                <a:cs typeface="Menlo"/>
              </a:rPr>
              <a:t>https://yutakajssst.github.io/narashino-visit-2/</a:t>
            </a:r>
          </a:p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スマホのカメラでQRコードを読んでください</a:t>
            </a:r>
          </a:p>
          <a:p xmlns:a="http://schemas.openxmlformats.org/drawingml/2006/main">
            <a:pPr>
              <a:spcBef>
                <a:spcPts val="400"/>
              </a:spcBef>
              <a:buNone/>
            </a:pPr>
            <a:r>
              <a:rPr sz="1500" b="0">
                <a:solidFill>
                  <a:srgbClr val="777478"/>
                </a:solidFill>
                <a:latin typeface="Hiragino Kaku Gothic ProN"/>
                <a:ea typeface="Hiragino Kaku Gothic ProN"/>
                <a:cs typeface="Hiragino Kaku Gothic ProN"/>
              </a:rPr>
              <a:t>みなさんの言葉が入ったページと、ミニゲームがあります</a:t>
            </a:r>
          </a:p>
        </p:txBody>
      </p:sp>
    </p:spTree>
    <p:extLst>
      <p:ext uri="{BB962C8B-B14F-4D97-AF65-F5344CB8AC3E}">
        <p14:creationId xmlns:p14="http://schemas.microsoft.com/office/powerpoint/2010/main" val="10094165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2026-10-05T23:58:23.7570000Z</dcterms:created>
  <dcterms:modified xsi:type="dcterms:W3CDTF">2026-10-05T23:58:23.7570000Z</dcterms:modified>
</coreProperties>
</file>
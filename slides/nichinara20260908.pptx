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0" y="1965960"/>
            <a:ext cx="557784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488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spc="40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C r e a t i n g   A   N e w   W o r l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61488"/>
            <a:ext cx="10332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AIと20分で、</a:t>
            </a:r>
          </a:p>
          <a:p>
            <a:pPr>
              <a:lnSpc>
                <a:spcPct val="120000"/>
              </a:lnSpc>
            </a:pPr>
            <a:r>
              <a:rPr sz="50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日習のホームページを作る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0" y="4956048"/>
            <a:ext cx="557784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230368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　教授　松野 裕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2026年9月8日　日本大学習志野高等学校 1学年 学部見学会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松野 裕（まつの ゆたか）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31720"/>
            <a:ext cx="58521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・プログラミング言語</a:t>
            </a:r>
          </a:p>
          <a:p>
            <a:pPr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・ソフトウェア工学</a:t>
            </a:r>
          </a:p>
          <a:p>
            <a:pPr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・システムの総合信頼性（Dependability）</a:t>
            </a:r>
          </a:p>
          <a:p>
            <a:pPr>
              <a:lnSpc>
                <a:spcPct val="170000"/>
              </a:lnSpc>
              <a:spcBef>
                <a:spcPts val="22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ソフトウェアを、どうやって安心して使えるものにするか。</a:t>
            </a:r>
          </a:p>
          <a:p>
            <a:pPr>
              <a:lnSpc>
                <a:spcPct val="17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それを研究しています。</a:t>
            </a:r>
          </a:p>
        </p:txBody>
      </p:sp>
      <p:pic>
        <p:nvPicPr>
          <p:cNvPr id="9" name="Picture 8" descr="image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2410" y="2194560"/>
            <a:ext cx="267462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Campus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みなさんの学校と、同じキャンパスの中にあります。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船橋日大前駅から歩いて5分。日大習志野高校の校舎も、この地図の中にあります。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</a:t>
            </a:r>
          </a:p>
        </p:txBody>
      </p:sp>
      <p:pic>
        <p:nvPicPr>
          <p:cNvPr id="9" name="Picture 8" descr="campus_annot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8850" y="2468880"/>
            <a:ext cx="5663820" cy="3794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About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AIとIoTを組み合わせたソフトウェアものづくりを学ぶ。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応用情報工学科では、3つの分野を学びます。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ield1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0"/>
            <a:ext cx="3419856" cy="19202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85800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情報処理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データを分析して、価値のある情報をつくる。AIもこの分野。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79976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ield2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560320"/>
            <a:ext cx="3419856" cy="19202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379976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36008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ネットワークシステム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モノやサービスをつなぎ、情報を安全・確実に届ける。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74152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field3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2560320"/>
            <a:ext cx="3419856" cy="19202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8074152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0184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組込みシステム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0184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家電や機械の中で動くソフトウェアをつくる。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Students'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日習の先輩が、この学科で一緒に作っています。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CSTコースの皆さんの作品。高校にいながら、理工学部の授業を受けられます。（クリックで再生・30秒）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5</a:t>
            </a:r>
          </a:p>
        </p:txBody>
      </p:sp>
      <p:pic>
        <p:nvPicPr>
          <p:cNvPr id="9" name="nichinara_work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880360" y="2670048"/>
            <a:ext cx="6428232" cy="3200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20分で、日習のホームページを作ります。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見せる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AIが昨日つくったサイトを見る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4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2044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476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聞く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みなさんに、日習のいいところを聞く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書き換える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聞いたことを、その場でAIに反映させる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8972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8972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6404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404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公開する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本物のURLで公開して、QRで配る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96596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Your 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241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みなさんに聞きます。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251960"/>
            <a:ext cx="10058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日習のいいところは？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売店で一番買うものは？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サイトの色は何色にする？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ゲームの敵、何にする？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Behind the Scenes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いま、AIは何をしているのか。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みなさんの言葉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「人工芝がいい」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「売店のパンがうまい」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370332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34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834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AIがデータを書き換える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文章・色・ゲームの設定を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まとめて直す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70332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496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496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サイトが変わる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読み込み直すと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見た目が変わる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How to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AIには、こう頼みます。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450592"/>
            <a:ext cx="6675120" cy="3493008"/>
          </a:xfrm>
          <a:prstGeom prst="rect">
            <a:avLst/>
          </a:prstGeom>
          <a:solidFill>
            <a:srgbClr val="2B2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621792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日大習志野高校の1年生に聞いた内容を、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サイトに反映してください。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　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・魅力の3つを「人工芝」「売店」「図書室」にする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・生徒の声を、次の3つの言葉に差し替える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・テーマの色を青系にする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　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script.js の siteData だけを変更し、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他のコードは変えないでください。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697480"/>
            <a:ext cx="3749039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聞いた言葉を、そのまま渡す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「いい感じにして」では伝わらない</a:t>
            </a:r>
          </a:p>
          <a:p>
            <a:pPr>
              <a:spcBef>
                <a:spcPts val="2600"/>
              </a:spcBef>
            </a:pPr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どこを変えるか、名指しする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変えてほしい場所をはっきり言う</a:t>
            </a:r>
          </a:p>
          <a:p>
            <a:pPr>
              <a:spcBef>
                <a:spcPts val="2600"/>
              </a:spcBef>
            </a:pPr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変えないでほしい所も、言う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触られたくない部分を先に守る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96596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241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AIと対話できる人が、必要になる。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66344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うまく頼む。出てきたものを確かめる。ちがえば、ちがうと言って直させる。この往復ができる人です。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Dialogue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このミニ講義も、AIとの対話で作りました。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きのうの1時間40分。作業の記録（Gitの履歴）から、そのままの時刻です。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96896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542032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12:36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542032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「20分ずつ、2回。リポジトリを分けて作って」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2542032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542032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日習のサイトの下地ができた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17296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11810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11810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「いかにもAIが作ったサイト。作り直して」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311810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11810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デザインを全部組み直した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749040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694176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3694176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「ゲームが単調。もっと本格的に」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3694176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3694176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3ステージのアクションゲームになった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325112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4270248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13:45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4270248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「公開したら、ゲームが動かない」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4270248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4270248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バグを見つけて直した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4901184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4846320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14:13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20240" y="4846320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「スライドを作って」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9480" y="4846320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4846320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この18枚ができた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5477256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422392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いま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20240" y="5422392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「4枚目の丸が変」「この説明は分からない」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480" y="5422392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5422392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その指摘で、今このページを直した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98932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うまくいかない、と言い続けたのは人間です。AIは言われるまで気づきませんでした。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Your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3年後、みなさんは大学生。7年後、働いています。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3566160"/>
            <a:ext cx="9601200" cy="38100"/>
          </a:xfrm>
          <a:prstGeom prst="rect">
            <a:avLst/>
          </a:prstGeom>
          <a:solidFill>
            <a:srgbClr val="D9D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83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今日</a:t>
            </a:r>
          </a:p>
          <a:p>
            <a:pPr>
              <a:spcBef>
                <a:spcPts val="600"/>
              </a:spcBef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高校1年生</a:t>
            </a:r>
          </a:p>
        </p:txBody>
      </p:sp>
      <p:sp>
        <p:nvSpPr>
          <p:cNvPr id="12" name="Oval 11"/>
          <p:cNvSpPr/>
          <p:nvPr/>
        </p:nvSpPr>
        <p:spPr>
          <a:xfrm>
            <a:off x="5212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3年後</a:t>
            </a:r>
          </a:p>
          <a:p>
            <a:pPr>
              <a:spcBef>
                <a:spcPts val="600"/>
              </a:spcBef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大学に入る</a:t>
            </a:r>
          </a:p>
        </p:txBody>
      </p:sp>
      <p:sp>
        <p:nvSpPr>
          <p:cNvPr id="15" name="Oval 14"/>
          <p:cNvSpPr/>
          <p:nvPr/>
        </p:nvSpPr>
        <p:spPr>
          <a:xfrm>
            <a:off x="8641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2033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7年後</a:t>
            </a:r>
          </a:p>
          <a:p>
            <a:pPr>
              <a:spcBef>
                <a:spcPts val="600"/>
              </a:spcBef>
            </a:pPr>
            <a:r>
              <a:rPr sz="17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就職、または大学院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3492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そのころAIが何をできるようになっているか、私にも分かりません。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How Fast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3年半で、ここまで来ました。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651760"/>
            <a:ext cx="5166360" cy="237744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2022年11月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429000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ChatGPTが公開された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16052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文章を書くのが中心だった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651760"/>
            <a:ext cx="5166360" cy="237744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2926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2026年9月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429000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今日、この20分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416052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話を聞いて、サイトを作って、公開できる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34924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次の3年で何が起きるかは、誰にも分かりません。</a:t>
            </a:r>
          </a:p>
          <a:p>
            <a:pPr>
              <a:spcBef>
                <a:spcPts val="600"/>
              </a:spcBef>
            </a:pPr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だから、予想するより先に、いまのAIを自分で触ってみることです。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AI and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今日、AIがやったこと。人間がやったこと。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606040"/>
            <a:ext cx="5166360" cy="31546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880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6616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・文章を書いた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・色を決めた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・コードを書いた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・ゲームのステージを作った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606040"/>
            <a:ext cx="5166360" cy="31546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880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人間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56616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・何を作るか決めた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・みなさんに聞いた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・本当かどうか確かめた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・ちがうと言って直させた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925312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AIは日習のことを何も知りませんでした。知っているのは、みなさんだけです。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AIも間違えます。確かめるのは人間です。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AIが作ったジャンプ台。押した長さでジャンプを低くする処理が、ジャンプ台の勢いまで消していました。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15</a:t>
            </a:r>
          </a:p>
        </p:txBody>
      </p:sp>
      <p:pic>
        <p:nvPicPr>
          <p:cNvPr id="9" name="Picture 8" descr="bug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2786" y="2651760"/>
            <a:ext cx="9615948" cy="3108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公開してから見つかりました。確かめる仕組みを作れる人が要ります。それを学ぶのが情報系の学科です。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96012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463040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今日、持って帰ってほしいこと。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560320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いまのAIを、自分で触ってみる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081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どこまでできて、どこができないかは、触らないと分からない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76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730752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何を作るか決めるのは、人間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2519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AIは日習を知らない。決めて、聞いて、確かめるのはみなさん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946904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901184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AIと対話できる人になる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422392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うまく頼み、確かめ、直させる。その中身を学ぶのが応用情報工学科です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Your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今日つくったサイトは、ここにあります。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1回目のみなさんへ　放課後でも、家でも開けます。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17</a:t>
            </a:r>
          </a:p>
        </p:txBody>
      </p:sp>
      <p:pic>
        <p:nvPicPr>
          <p:cNvPr id="9" name="Picture 8" descr="narashino-visit-1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606040"/>
            <a:ext cx="3017520" cy="3017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00600" y="324612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https://yutakajssst.github.io/narashino-visit-1/</a:t>
            </a:r>
          </a:p>
          <a:p>
            <a:pPr>
              <a:spcBef>
                <a:spcPts val="16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スマホのカメラでQRコードを読んでください。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みなさんの言葉が入ったページと、ミニゲームがあります。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Your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今日つくったサイトは、ここにあります。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2回目のみなさんへ　放課後でも、家でも開けます。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18</a:t>
            </a:r>
          </a:p>
        </p:txBody>
      </p:sp>
      <p:pic>
        <p:nvPicPr>
          <p:cNvPr id="9" name="Picture 8" descr="narashino-visit-2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606040"/>
            <a:ext cx="3017520" cy="3017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00600" y="324612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https://yutakajssst.github.io/narashino-visit-2/</a:t>
            </a:r>
          </a:p>
          <a:p>
            <a:pPr>
              <a:spcBef>
                <a:spcPts val="16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スマホのカメラでQRコードを読んでください。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みなさんの言葉が入ったページと、ミニゲームがあります。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
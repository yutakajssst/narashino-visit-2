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9" name="Picture 8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9" name="Picture 8" descr="campus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eld1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ield2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ield3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9" name="nichinara_work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880360" y="2670048"/>
            <a:ext cx="6428232" cy="3200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50592"/>
            <a:ext cx="6675120" cy="3493008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62179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script.js の siteData だけを変更し、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他のコードは変えないでください。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9748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2" name="Oval 11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3年半で、ここまで来ました。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166360" cy="237744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ChatGPTが公開された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文章を書くのが中心だった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5166360" cy="237744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92608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4290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1605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だから、予想するより先に、いまのAIを自分で触ってみることです。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9" name="Picture 8" descr="bug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276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9" name="Picture 8" descr="narashino-visit-2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
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9" name="Picture 8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9" name="Picture 8" descr="campus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pic>
        <p:nvPicPr>
          <p:cNvPr id="9" name="Picture 8" descr="imag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906" y="2542032"/>
            <a:ext cx="728370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9" name="Picture 8" descr="work_nichina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26674"/>
            <a:ext cx="7589520" cy="32334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見出しも、色も、ゲームも。書いてあるのは1か所だけ。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50592"/>
            <a:ext cx="6675120" cy="3456432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62179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const siteData = {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schoolName: "日本大学習志野高等学校",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theme: { brand: "#0f2a5c", accent: "#d7263d" },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features: [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  { title: "人工芝のグラウンド", body: "…" },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],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voices: [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  { name: "1年生", quote: "＿＿＿＿＿" },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],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  game: { lives: 3, stages: [ … ] }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5176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校名・キャッチコピー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サイトの一番上に出る文字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色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この2行を変えるだけで全体の色が変わる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魅力・生徒の声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今日、みなさんの言葉で埋めるところ</a:t>
            </a:r>
          </a:p>
          <a:p>
            <a:pPr>
              <a:spcBef>
                <a:spcPts val="1600"/>
              </a:spcBef>
            </a:pPr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ゲーム</a:t>
            </a:r>
          </a:p>
          <a:p>
            <a:pPr>
              <a:lnSpc>
                <a:spcPct val="150000"/>
              </a:lnSpc>
              <a:spcBef>
                <a:spcPts val="2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ステージも敵も、ここに書いてある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読める人が、直せる人になる。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AIが書いたものを、読んで、確かめて、直す。そこから先は人間の仕事です。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ゲームのステージも、ただの文字です。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「#」を1つ足せば足場が増え、「E」を書けば敵が現れます。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6858000" cy="30632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017520"/>
            <a:ext cx="64008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..................................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..................................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...................oo.............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..................====............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..................................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......ooo....................oo...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......===...................====..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..P.........E...B..........E......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######################...#########</a:t>
            </a:r>
          </a:p>
          <a:p>
            <a:pPr>
              <a:lnSpc>
                <a:spcPct val="128000"/>
              </a:lnSpc>
            </a:pPr>
            <a:r>
              <a:rPr sz="1350" b="0">
                <a:solidFill>
                  <a:srgbClr val="E8E3EE"/>
                </a:solidFill>
                <a:latin typeface="Menlo"/>
                <a:ea typeface="Menlo"/>
                <a:cs typeface="Menlo"/>
              </a:rPr>
              <a:t>######################...#########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880360"/>
            <a:ext cx="35661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5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　#　　地面</a:t>
            </a:r>
          </a:p>
          <a:p>
            <a:pPr>
              <a:lnSpc>
                <a:spcPct val="185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　=　　すり抜け床</a:t>
            </a:r>
          </a:p>
          <a:p>
            <a:pPr>
              <a:lnSpc>
                <a:spcPct val="185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　o　　アイテム</a:t>
            </a:r>
          </a:p>
          <a:p>
            <a:pPr>
              <a:lnSpc>
                <a:spcPct val="185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　E　　歩く敵</a:t>
            </a:r>
          </a:p>
          <a:p>
            <a:pPr>
              <a:lnSpc>
                <a:spcPct val="185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　B　　ジャンプ台</a:t>
            </a:r>
          </a:p>
          <a:p>
            <a:pPr>
              <a:lnSpc>
                <a:spcPct val="185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　P　　スタート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働きはじめる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3年半で、ここまで来ました。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166360" cy="237744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ChatGPTが公開された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文章を書くのが中心だった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5166360" cy="23774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だから、予想するより先に、いまのAIを自分で触ってみることです。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97480"/>
            <a:ext cx="50800" cy="7772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つくった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97480"/>
            <a:ext cx="8412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AIがゲームのステージを作った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49040"/>
            <a:ext cx="50800" cy="7772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490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確かめた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749040"/>
            <a:ext cx="8412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本当にクリアできるか、自動で調べるプログラムを人間が書いた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00600"/>
            <a:ext cx="50800" cy="7772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0060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それでも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800600"/>
            <a:ext cx="8412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公開して初めて見つかったバグが1つありました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読めれば、直せる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その中身を学ぶのが、応用情報工学科です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9" name="Picture 8" descr="narashino-visit-1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18</a:t>
            </a:r>
          </a:p>
        </p:txBody>
      </p:sp>
      <p:pic>
        <p:nvPicPr>
          <p:cNvPr id="9" name="Picture 8" descr="narashino-visit-2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